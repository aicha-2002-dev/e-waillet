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 Avancé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Fonctions anonymes, fléchées, closures, array_*, Composer &amp; Packagist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Présentation des concepts avancés de PHP et des outils modernes.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Fonctions anonymes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Fonctions sans nom.</a:t>
            </a:r>
          </a:p>
          <a:p>
            <a:r>
              <a:t>Utilisées comme variables ou paramètres.</a:t>
            </a:r>
          </a:p>
          <a:p>
            <a:r>
              <a:t>Ex: $f = function($x){ return $x*2; 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Fonctions fléchées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Syntaxe courte des fonctions anonymes.</a:t>
            </a:r>
          </a:p>
          <a:p>
            <a:r>
              <a:t>Ex: fn($x) =&gt; $x*2;</a:t>
            </a:r>
          </a:p>
          <a:p>
            <a:r>
              <a:t>Retour implicite.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Fonctions qui capturent des variables externes avec 'use'.</a:t>
            </a:r>
          </a:p>
          <a:p>
            <a:r>
              <a:t>Ex: function() use ($var) {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Fonctions array_*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array_map(), array_filter(), array_reduce().</a:t>
            </a:r>
          </a:p>
          <a:p>
            <a:r>
              <a:t>Manipulation efficace des tableaux.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Gestionnaire de dépendances PHP.</a:t>
            </a:r>
          </a:p>
          <a:p>
            <a:r>
              <a:t>Installe et met à jour les bibliothèques.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Dépôt officiel des packages PHP utilisé par Composer.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Ces outils rendent PHP plus moderne, structuré et puissant.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